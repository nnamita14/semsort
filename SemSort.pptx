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SemSort in one line: it turns scattered deadlines into a realistic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student has lived this: three things due on one Friday.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steps: add, rank, spread, warn.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live: load the sample semester and open Overview.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heavy AI: transparent logic anyone can explain and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SemSort</a:t>
            </a:r>
            <a:endParaRPr lang="en-US" sz="6000" dirty="0"/>
          </a:p>
        </p:txBody>
      </p:sp>
      <p:sp>
        <p:nvSpPr>
          <p:cNvPr id="3" name="Tagline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CFF"/>
                </a:solidFill>
              </a:rPr>
              <a:t>Sort your semester around real workload, not just due dates.</a:t>
            </a:r>
            <a:endParaRPr lang="en-US" sz="2200" dirty="0"/>
          </a:p>
        </p:txBody>
      </p:sp>
      <p:sp>
        <p:nvSpPr>
          <p:cNvPr id="4" name="Rule"/>
          <p:cNvSpPr/>
          <p:nvPr/>
        </p:nvSpPr>
        <p:spPr>
          <a:xfrm>
            <a:off x="640080" y="3474720"/>
            <a:ext cx="1280160" cy="6400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5" name="Team name"/>
          <p:cNvSpPr txBox="1"/>
          <p:nvPr/>
        </p:nvSpPr>
        <p:spPr>
          <a:xfrm>
            <a:off x="640080" y="4023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Team Stalwarts Coder</a:t>
            </a:r>
            <a:endParaRPr lang="en-US" sz="2200" dirty="0"/>
          </a:p>
        </p:txBody>
      </p:sp>
      <p:sp>
        <p:nvSpPr>
          <p:cNvPr id="6" name="Members"/>
          <p:cNvSpPr txBox="1"/>
          <p:nvPr/>
        </p:nvSpPr>
        <p:spPr>
          <a:xfrm>
            <a:off x="64008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CFF"/>
                </a:solidFill>
              </a:rPr>
              <a:t>Namita Tiwari  |  Karan Upadhyay</a:t>
            </a:r>
            <a:endParaRPr lang="en-US" sz="1800" dirty="0"/>
          </a:p>
        </p:txBody>
      </p:sp>
      <p:sp>
        <p:nvSpPr>
          <p:cNvPr id="7" name="Track"/>
          <p:cNvSpPr txBox="1"/>
          <p:nvPr/>
        </p:nvSpPr>
        <p:spPr>
          <a:xfrm>
            <a:off x="64008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BA"/>
                </a:solidFill>
              </a:rPr>
              <a:t>Open Innovation  |  Academic Planning System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3BD6"/>
          </a:solidFill>
          <a:ln w="12700">
            <a:solidFill>
              <a:srgbClr val="3B3BD6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B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4" name="Footer team"/>
          <p:cNvSpPr txBox="1"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8"/>
                </a:solidFill>
              </a:rPr>
              <a:t>Team Stalwarts Coder: Namita Tiwari, Karan Upadhyay</a:t>
            </a:r>
            <a:endParaRPr lang="en-US" sz="1100" dirty="0"/>
          </a:p>
        </p:txBody>
      </p:sp>
      <p:sp>
        <p:nvSpPr>
          <p:cNvPr id="5" name="Problem text"/>
          <p:cNvSpPr txBox="1"/>
          <p:nvPr/>
        </p:nvSpPr>
        <p:spPr>
          <a:xfrm>
            <a:off x="548640" y="12801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A2B"/>
                </a:solidFill>
              </a:rPr>
              <a:t>Deadlines are scattered.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A2B"/>
                </a:solidFill>
              </a:rPr>
              <a:t>Assignments, internal tests, lab submissions and registrations live in different places.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A2B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61A2B"/>
                </a:solidFill>
              </a:rPr>
              <a:t>Conflicts show up too late.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A2B"/>
                </a:solidFill>
              </a:rPr>
              <a:t>Students only notice three submissions on one day at the last moment.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A2B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61A2B"/>
                </a:solidFill>
              </a:rPr>
              <a:t>No realistic plan.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A2B"/>
                </a:solidFill>
              </a:rPr>
              <a:t>Calendars show dates, but not how many hours of work each date really needs.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3BD6"/>
          </a:solidFill>
          <a:ln w="12700">
            <a:solidFill>
              <a:srgbClr val="3B3BD6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B"/>
                </a:solidFill>
              </a:rPr>
              <a:t>Our solution</a:t>
            </a:r>
            <a:endParaRPr lang="en-US" sz="3000" dirty="0"/>
          </a:p>
        </p:txBody>
      </p:sp>
      <p:sp>
        <p:nvSpPr>
          <p:cNvPr id="4" name="Footer team"/>
          <p:cNvSpPr txBox="1"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8"/>
                </a:solidFill>
              </a:rPr>
              <a:t>Team Stalwarts Coder: Namita Tiwari, Karan Upadhyay</a:t>
            </a:r>
            <a:endParaRPr lang="en-US" sz="1100" dirty="0"/>
          </a:p>
        </p:txBody>
      </p:sp>
      <p:sp>
        <p:nvSpPr>
          <p:cNvPr id="5" name="Lead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61A2B"/>
                </a:solidFill>
              </a:rPr>
              <a:t>SemSort combines deadlines, workload and your available study time into one realistic schedule.</a:t>
            </a:r>
            <a:endParaRPr lang="en-US" sz="2000" dirty="0"/>
          </a:p>
        </p:txBody>
      </p:sp>
      <p:sp>
        <p:nvSpPr>
          <p:cNvPr id="6" name="Card Add"/>
          <p:cNvSpPr/>
          <p:nvPr/>
        </p:nvSpPr>
        <p:spPr>
          <a:xfrm>
            <a:off x="548640" y="228600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7" name="Card title Add"/>
          <p:cNvSpPr txBox="1"/>
          <p:nvPr/>
        </p:nvSpPr>
        <p:spPr>
          <a:xfrm>
            <a:off x="685800" y="2423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3BD6"/>
                </a:solidFill>
              </a:rPr>
              <a:t>Add</a:t>
            </a:r>
            <a:endParaRPr lang="en-US" sz="2000" dirty="0"/>
          </a:p>
        </p:txBody>
      </p:sp>
      <p:sp>
        <p:nvSpPr>
          <p:cNvPr id="8" name="Card text Add"/>
          <p:cNvSpPr txBox="1"/>
          <p:nvPr/>
        </p:nvSpPr>
        <p:spPr>
          <a:xfrm>
            <a:off x="685800" y="29260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A2B"/>
                </a:solidFill>
              </a:rPr>
              <a:t>Tasks with due date and hours needed</a:t>
            </a:r>
            <a:endParaRPr lang="en-US" sz="1400" dirty="0"/>
          </a:p>
        </p:txBody>
      </p:sp>
      <p:sp>
        <p:nvSpPr>
          <p:cNvPr id="9" name="Card Rank"/>
          <p:cNvSpPr/>
          <p:nvPr/>
        </p:nvSpPr>
        <p:spPr>
          <a:xfrm>
            <a:off x="2606040" y="228600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0" name="Card title Rank"/>
          <p:cNvSpPr txBox="1"/>
          <p:nvPr/>
        </p:nvSpPr>
        <p:spPr>
          <a:xfrm>
            <a:off x="2743200" y="2423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3BD6"/>
                </a:solidFill>
              </a:rPr>
              <a:t>Rank</a:t>
            </a:r>
            <a:endParaRPr lang="en-US" sz="2000" dirty="0"/>
          </a:p>
        </p:txBody>
      </p:sp>
      <p:sp>
        <p:nvSpPr>
          <p:cNvPr id="11" name="Card text Rank"/>
          <p:cNvSpPr txBox="1"/>
          <p:nvPr/>
        </p:nvSpPr>
        <p:spPr>
          <a:xfrm>
            <a:off x="2743200" y="29260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A2B"/>
                </a:solidFill>
              </a:rPr>
              <a:t>Priority engine scores every task</a:t>
            </a:r>
            <a:endParaRPr lang="en-US" sz="1400" dirty="0"/>
          </a:p>
        </p:txBody>
      </p:sp>
      <p:sp>
        <p:nvSpPr>
          <p:cNvPr id="12" name="Card Spread"/>
          <p:cNvSpPr/>
          <p:nvPr/>
        </p:nvSpPr>
        <p:spPr>
          <a:xfrm>
            <a:off x="4663440" y="228600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3" name="Card title Spread"/>
          <p:cNvSpPr txBox="1"/>
          <p:nvPr/>
        </p:nvSpPr>
        <p:spPr>
          <a:xfrm>
            <a:off x="4800600" y="2423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3BD6"/>
                </a:solidFill>
              </a:rPr>
              <a:t>Spread</a:t>
            </a:r>
            <a:endParaRPr lang="en-US" sz="2000" dirty="0"/>
          </a:p>
        </p:txBody>
      </p:sp>
      <p:sp>
        <p:nvSpPr>
          <p:cNvPr id="14" name="Card text Spread"/>
          <p:cNvSpPr txBox="1"/>
          <p:nvPr/>
        </p:nvSpPr>
        <p:spPr>
          <a:xfrm>
            <a:off x="4800600" y="29260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A2B"/>
                </a:solidFill>
              </a:rPr>
              <a:t>Scheduler fills free study hours before each deadline</a:t>
            </a:r>
            <a:endParaRPr lang="en-US" sz="1400" dirty="0"/>
          </a:p>
        </p:txBody>
      </p:sp>
      <p:sp>
        <p:nvSpPr>
          <p:cNvPr id="15" name="Card Warn"/>
          <p:cNvSpPr/>
          <p:nvPr/>
        </p:nvSpPr>
        <p:spPr>
          <a:xfrm>
            <a:off x="6720840" y="2286000"/>
            <a:ext cx="1874520" cy="20116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6" name="Card title Warn"/>
          <p:cNvSpPr txBox="1"/>
          <p:nvPr/>
        </p:nvSpPr>
        <p:spPr>
          <a:xfrm>
            <a:off x="6858000" y="24231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3BD6"/>
                </a:solidFill>
              </a:rPr>
              <a:t>Warn</a:t>
            </a:r>
            <a:endParaRPr lang="en-US" sz="2000" dirty="0"/>
          </a:p>
        </p:txBody>
      </p:sp>
      <p:sp>
        <p:nvSpPr>
          <p:cNvPr id="17" name="Card text Warn"/>
          <p:cNvSpPr txBox="1"/>
          <p:nvPr/>
        </p:nvSpPr>
        <p:spPr>
          <a:xfrm>
            <a:off x="6858000" y="292608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A2B"/>
                </a:solidFill>
              </a:rPr>
              <a:t>Conflicts are flagged with an alternate plan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3BD6"/>
          </a:solidFill>
          <a:ln w="12700">
            <a:solidFill>
              <a:srgbClr val="3B3BD6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B"/>
                </a:solidFill>
              </a:rPr>
              <a:t>Standout feature: workload conflict detection</a:t>
            </a:r>
            <a:endParaRPr lang="en-US" sz="3000" dirty="0"/>
          </a:p>
        </p:txBody>
      </p:sp>
      <p:sp>
        <p:nvSpPr>
          <p:cNvPr id="4" name="Footer team"/>
          <p:cNvSpPr txBox="1"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8"/>
                </a:solidFill>
              </a:rPr>
              <a:t>Team Stalwarts Coder: Namita Tiwari, Karan Upadhyay</a:t>
            </a:r>
            <a:endParaRPr lang="en-US" sz="1100" dirty="0"/>
          </a:p>
        </p:txBody>
      </p:sp>
      <p:sp>
        <p:nvSpPr>
          <p:cNvPr id="5" name="Conflict card"/>
          <p:cNvSpPr/>
          <p:nvPr/>
        </p:nvSpPr>
        <p:spPr>
          <a:xfrm>
            <a:off x="548640" y="128016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DE8EF"/>
          </a:solidFill>
          <a:ln w="19050">
            <a:solidFill>
              <a:srgbClr val="D6336C"/>
            </a:solidFill>
            <a:prstDash val="solid"/>
          </a:ln>
        </p:spPr>
      </p:sp>
      <p:sp>
        <p:nvSpPr>
          <p:cNvPr id="6" name="Conflict text"/>
          <p:cNvSpPr txBox="1"/>
          <p:nvPr/>
        </p:nvSpPr>
        <p:spPr>
          <a:xfrm>
            <a:off x="731520" y="14630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6336C"/>
                </a:solidFill>
              </a:rPr>
              <a:t>3 deadlines on Friday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1A2B"/>
                </a:solidFill>
              </a:rPr>
              <a:t>DBMS assignment: 5h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1A2B"/>
                </a:solidFill>
              </a:rPr>
              <a:t>OS lab record: 3h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1A2B"/>
                </a:solidFill>
              </a:rPr>
              <a:t>Maths internal test: 6h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1A2B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1A2B"/>
                </a:solidFill>
              </a:rPr>
              <a:t>14h of work due, but only 4h free per day.</a:t>
            </a:r>
            <a:endParaRPr lang="en-US" sz="1600" dirty="0"/>
          </a:p>
        </p:txBody>
      </p:sp>
      <p:sp>
        <p:nvSpPr>
          <p:cNvPr id="7" name="Plan card"/>
          <p:cNvSpPr/>
          <p:nvPr/>
        </p:nvSpPr>
        <p:spPr>
          <a:xfrm>
            <a:off x="4754880" y="128016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6E7FA"/>
          </a:solidFill>
          <a:ln w="19050">
            <a:solidFill>
              <a:srgbClr val="3B3BD6"/>
            </a:solidFill>
            <a:prstDash val="solid"/>
          </a:ln>
        </p:spPr>
      </p:sp>
      <p:sp>
        <p:nvSpPr>
          <p:cNvPr id="8" name="Plan text"/>
          <p:cNvSpPr txBox="1"/>
          <p:nvPr/>
        </p:nvSpPr>
        <p:spPr>
          <a:xfrm>
            <a:off x="4937760" y="14630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B3BD6"/>
                </a:solidFill>
              </a:rPr>
              <a:t>Suggested alternate plan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1A2B"/>
                </a:solidFill>
              </a:rPr>
              <a:t>Start the test prep earliest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1A2B"/>
                </a:solidFill>
              </a:rPr>
              <a:t>Fill each day up to 4h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1A2B"/>
                </a:solidFill>
              </a:rPr>
              <a:t>Spread work over the days before Friday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61A2B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1A2B"/>
                </a:solidFill>
              </a:rPr>
              <a:t>If time still runs out, SemSort shows exactly how many hours you are short.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3BD6"/>
          </a:solidFill>
          <a:ln w="12700">
            <a:solidFill>
              <a:srgbClr val="3B3BD6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B"/>
                </a:solidFill>
              </a:rPr>
              <a:t>What is built (MVP)</a:t>
            </a:r>
            <a:endParaRPr lang="en-US" sz="3000" dirty="0"/>
          </a:p>
        </p:txBody>
      </p:sp>
      <p:sp>
        <p:nvSpPr>
          <p:cNvPr id="4" name="Footer team"/>
          <p:cNvSpPr txBox="1"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8"/>
                </a:solidFill>
              </a:rPr>
              <a:t>Team Stalwarts Coder: Namita Tiwari, Karan Upadhyay</a:t>
            </a:r>
            <a:endParaRPr lang="en-US" sz="1100" dirty="0"/>
          </a:p>
        </p:txBody>
      </p:sp>
      <p:sp>
        <p:nvSpPr>
          <p:cNvPr id="5" name="Feature Task planner"/>
          <p:cNvSpPr/>
          <p:nvPr/>
        </p:nvSpPr>
        <p:spPr>
          <a:xfrm>
            <a:off x="548640" y="12801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6" name="Feature title Task planner"/>
          <p:cNvSpPr txBox="1"/>
          <p:nvPr/>
        </p:nvSpPr>
        <p:spPr>
          <a:xfrm>
            <a:off x="685800" y="13898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BD6"/>
                </a:solidFill>
              </a:rPr>
              <a:t>Task planner</a:t>
            </a:r>
            <a:endParaRPr lang="en-US" sz="1700" dirty="0"/>
          </a:p>
        </p:txBody>
      </p:sp>
      <p:sp>
        <p:nvSpPr>
          <p:cNvPr id="7" name="Feature text Task planner"/>
          <p:cNvSpPr txBox="1"/>
          <p:nvPr/>
        </p:nvSpPr>
        <p:spPr>
          <a:xfrm>
            <a:off x="68580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A2B"/>
                </a:solidFill>
              </a:rPr>
              <a:t>Add assignments, tests, labs, registrations</a:t>
            </a:r>
            <a:endParaRPr lang="en-US" sz="1400" dirty="0"/>
          </a:p>
        </p:txBody>
      </p:sp>
      <p:sp>
        <p:nvSpPr>
          <p:cNvPr id="8" name="Feature Deadline calendar"/>
          <p:cNvSpPr/>
          <p:nvPr/>
        </p:nvSpPr>
        <p:spPr>
          <a:xfrm>
            <a:off x="3246120" y="12801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9" name="Feature title Deadline calendar"/>
          <p:cNvSpPr txBox="1"/>
          <p:nvPr/>
        </p:nvSpPr>
        <p:spPr>
          <a:xfrm>
            <a:off x="3383280" y="13898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BD6"/>
                </a:solidFill>
              </a:rPr>
              <a:t>Deadline calendar</a:t>
            </a:r>
            <a:endParaRPr lang="en-US" sz="1700" dirty="0"/>
          </a:p>
        </p:txBody>
      </p:sp>
      <p:sp>
        <p:nvSpPr>
          <p:cNvPr id="10" name="Feature text Deadline calendar"/>
          <p:cNvSpPr txBox="1"/>
          <p:nvPr/>
        </p:nvSpPr>
        <p:spPr>
          <a:xfrm>
            <a:off x="338328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A2B"/>
                </a:solidFill>
              </a:rPr>
              <a:t>Month view, crunch days highlighted</a:t>
            </a:r>
            <a:endParaRPr lang="en-US" sz="1400" dirty="0"/>
          </a:p>
        </p:txBody>
      </p:sp>
      <p:sp>
        <p:nvSpPr>
          <p:cNvPr id="11" name="Feature Workload heatmap"/>
          <p:cNvSpPr/>
          <p:nvPr/>
        </p:nvSpPr>
        <p:spPr>
          <a:xfrm>
            <a:off x="5943600" y="12801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2" name="Feature title Workload heatmap"/>
          <p:cNvSpPr txBox="1"/>
          <p:nvPr/>
        </p:nvSpPr>
        <p:spPr>
          <a:xfrm>
            <a:off x="6080760" y="13898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BD6"/>
                </a:solidFill>
              </a:rPr>
              <a:t>Workload heatmap</a:t>
            </a:r>
            <a:endParaRPr lang="en-US" sz="1700" dirty="0"/>
          </a:p>
        </p:txBody>
      </p:sp>
      <p:sp>
        <p:nvSpPr>
          <p:cNvPr id="13" name="Feature text Workload heatmap"/>
          <p:cNvSpPr txBox="1"/>
          <p:nvPr/>
        </p:nvSpPr>
        <p:spPr>
          <a:xfrm>
            <a:off x="608076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A2B"/>
                </a:solidFill>
              </a:rPr>
              <a:t>Late plan vs balanced plan, 14 days</a:t>
            </a:r>
            <a:endParaRPr lang="en-US" sz="1400" dirty="0"/>
          </a:p>
        </p:txBody>
      </p:sp>
      <p:sp>
        <p:nvSpPr>
          <p:cNvPr id="14" name="Feature Priority engine"/>
          <p:cNvSpPr/>
          <p:nvPr/>
        </p:nvSpPr>
        <p:spPr>
          <a:xfrm>
            <a:off x="548640" y="28803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5" name="Feature title Priority engine"/>
          <p:cNvSpPr txBox="1"/>
          <p:nvPr/>
        </p:nvSpPr>
        <p:spPr>
          <a:xfrm>
            <a:off x="685800" y="2990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BD6"/>
                </a:solidFill>
              </a:rPr>
              <a:t>Priority engine</a:t>
            </a:r>
            <a:endParaRPr lang="en-US" sz="1700" dirty="0"/>
          </a:p>
        </p:txBody>
      </p:sp>
      <p:sp>
        <p:nvSpPr>
          <p:cNvPr id="16" name="Feature text Priority engine"/>
          <p:cNvSpPr txBox="1"/>
          <p:nvPr/>
        </p:nvSpPr>
        <p:spPr>
          <a:xfrm>
            <a:off x="685800" y="34747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A2B"/>
                </a:solidFill>
              </a:rPr>
              <a:t>Scores by urgency, hours and task type</a:t>
            </a:r>
            <a:endParaRPr lang="en-US" sz="1400" dirty="0"/>
          </a:p>
        </p:txBody>
      </p:sp>
      <p:sp>
        <p:nvSpPr>
          <p:cNvPr id="17" name="Feature Rescheduling"/>
          <p:cNvSpPr/>
          <p:nvPr/>
        </p:nvSpPr>
        <p:spPr>
          <a:xfrm>
            <a:off x="3246120" y="28803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18" name="Feature title Rescheduling"/>
          <p:cNvSpPr txBox="1"/>
          <p:nvPr/>
        </p:nvSpPr>
        <p:spPr>
          <a:xfrm>
            <a:off x="3383280" y="2990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BD6"/>
                </a:solidFill>
              </a:rPr>
              <a:t>Rescheduling</a:t>
            </a:r>
            <a:endParaRPr lang="en-US" sz="1700" dirty="0"/>
          </a:p>
        </p:txBody>
      </p:sp>
      <p:sp>
        <p:nvSpPr>
          <p:cNvPr id="19" name="Feature text Rescheduling"/>
          <p:cNvSpPr txBox="1"/>
          <p:nvPr/>
        </p:nvSpPr>
        <p:spPr>
          <a:xfrm>
            <a:off x="3383280" y="34747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A2B"/>
                </a:solidFill>
              </a:rPr>
              <a:t>Daily study limit and progress logging</a:t>
            </a:r>
            <a:endParaRPr lang="en-US" sz="1400" dirty="0"/>
          </a:p>
        </p:txBody>
      </p:sp>
      <p:sp>
        <p:nvSpPr>
          <p:cNvPr id="20" name="Feature Class sharing"/>
          <p:cNvSpPr/>
          <p:nvPr/>
        </p:nvSpPr>
        <p:spPr>
          <a:xfrm>
            <a:off x="5943600" y="288036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0EA"/>
            </a:solidFill>
            <a:prstDash val="solid"/>
          </a:ln>
        </p:spPr>
      </p:sp>
      <p:sp>
        <p:nvSpPr>
          <p:cNvPr id="21" name="Feature title Class sharing"/>
          <p:cNvSpPr txBox="1"/>
          <p:nvPr/>
        </p:nvSpPr>
        <p:spPr>
          <a:xfrm>
            <a:off x="6080760" y="29900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3BD6"/>
                </a:solidFill>
              </a:rPr>
              <a:t>Class sharing</a:t>
            </a:r>
            <a:endParaRPr lang="en-US" sz="1700" dirty="0"/>
          </a:p>
        </p:txBody>
      </p:sp>
      <p:sp>
        <p:nvSpPr>
          <p:cNvPr id="22" name="Feature text Class sharing"/>
          <p:cNvSpPr txBox="1"/>
          <p:nvPr/>
        </p:nvSpPr>
        <p:spPr>
          <a:xfrm>
            <a:off x="6080760" y="34747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A2B"/>
                </a:solidFill>
              </a:rPr>
              <a:t>Shared deadlines with a class code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3BD6"/>
          </a:solidFill>
          <a:ln w="12700">
            <a:solidFill>
              <a:srgbClr val="3B3BD6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B"/>
                </a:solidFill>
              </a:rPr>
              <a:t>How it works and tech stack</a:t>
            </a:r>
            <a:endParaRPr lang="en-US" sz="3000" dirty="0"/>
          </a:p>
        </p:txBody>
      </p:sp>
      <p:sp>
        <p:nvSpPr>
          <p:cNvPr id="4" name="Footer team"/>
          <p:cNvSpPr txBox="1"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8"/>
                </a:solidFill>
              </a:rPr>
              <a:t>Team Stalwarts Coder: Namita Tiwari, Karan Upadhyay</a:t>
            </a:r>
            <a:endParaRPr lang="en-US" sz="1100" dirty="0"/>
          </a:p>
        </p:txBody>
      </p:sp>
      <p:sp>
        <p:nvSpPr>
          <p:cNvPr id="5" name="How text"/>
          <p:cNvSpPr txBox="1"/>
          <p:nvPr/>
        </p:nvSpPr>
        <p:spPr>
          <a:xfrm>
            <a:off x="548640" y="128016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61A2B"/>
                </a:solidFill>
              </a:rPr>
              <a:t>Priority score = task weight x (hours left + 2) / (days left + 1)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61A2B"/>
                </a:solidFill>
              </a:rPr>
              <a:t>Scheduler: earliest deadline first, capped by your daily study hours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61A2B"/>
                </a:solidFill>
              </a:rPr>
              <a:t>Conflict rule: 3+ deadlines on one day, or more hours due than you can give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61A2B"/>
                </a:solidFill>
              </a:rPr>
              <a:t> 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61A2B"/>
                </a:solidFill>
              </a:rPr>
              <a:t>Stack: HTML, CSS, JavaScript front end. Database backend for private accounts and class sharing. Calendar export (.ics).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3BD6"/>
          </a:solidFill>
          <a:ln w="12700">
            <a:solidFill>
              <a:srgbClr val="3B3BD6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A2B"/>
                </a:solidFill>
              </a:rPr>
              <a:t>Impact and what is next</a:t>
            </a:r>
            <a:endParaRPr lang="en-US" sz="3000" dirty="0"/>
          </a:p>
        </p:txBody>
      </p:sp>
      <p:sp>
        <p:nvSpPr>
          <p:cNvPr id="4" name="Footer team"/>
          <p:cNvSpPr txBox="1"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8"/>
                </a:solidFill>
              </a:rPr>
              <a:t>Team Stalwarts Coder: Namita Tiwari, Karan Upadhyay</a:t>
            </a:r>
            <a:endParaRPr lang="en-US" sz="1100" dirty="0"/>
          </a:p>
        </p:txBody>
      </p:sp>
      <p:sp>
        <p:nvSpPr>
          <p:cNvPr id="5" name="Impact text"/>
          <p:cNvSpPr txBox="1"/>
          <p:nvPr/>
        </p:nvSpPr>
        <p:spPr>
          <a:xfrm>
            <a:off x="548640" y="128016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3B3BD6"/>
                </a:solidFill>
              </a:rPr>
              <a:t>Impact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61A2B"/>
                </a:solidFill>
              </a:rPr>
              <a:t>Fewer last-minute surprises and a plan students can follow daily.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61A2B"/>
                </a:solidFill>
              </a:rPr>
              <a:t> 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3B3BD6"/>
                </a:solidFill>
              </a:rPr>
              <a:t>Next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61A2B"/>
                </a:solidFill>
              </a:rPr>
              <a:t>Import timetables from college portals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61A2B"/>
                </a:solidFill>
              </a:rPr>
              <a:t>Reminders before crunch days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161A2B"/>
                </a:solidFill>
              </a:rPr>
              <a:t>Faculty view to spot overloaded days across subjects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645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Closing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CFF"/>
                </a:solidFill>
              </a:rPr>
              <a:t>SemSort by Team Stalwarts Coder</a:t>
            </a:r>
            <a:endParaRPr lang="en-US" sz="2200" dirty="0"/>
          </a:p>
        </p:txBody>
      </p:sp>
      <p:sp>
        <p:nvSpPr>
          <p:cNvPr id="4" name="Members"/>
          <p:cNvSpPr txBox="1"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1BA"/>
                </a:solidFill>
              </a:rPr>
              <a:t>Namita Tiwari  |  Karan Upadhyay</a:t>
            </a:r>
            <a:endParaRPr lang="en-US" sz="1800" dirty="0"/>
          </a:p>
        </p:txBody>
      </p:sp>
      <p:sp>
        <p:nvSpPr>
          <p:cNvPr id="5" name="Rule"/>
          <p:cNvSpPr/>
          <p:nvPr/>
        </p:nvSpPr>
        <p:spPr>
          <a:xfrm>
            <a:off x="640080" y="3383280"/>
            <a:ext cx="1280160" cy="64008"/>
          </a:xfrm>
          <a:prstGeom prst="rect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SemSort</dc:title>
  <dc:subject>PptxGenJS Presentation</dc:subject>
  <dc:creator>PptxGenJS</dc:creator>
  <cp:lastModifiedBy>PptxGenJS</cp:lastModifiedBy>
  <cp:revision>1</cp:revision>
  <dcterms:created xsi:type="dcterms:W3CDTF">2026-10-28T11:32:34Z</dcterms:created>
  <dcterms:modified xsi:type="dcterms:W3CDTF">2026-10-28T11:32:34Z</dcterms:modified>
</cp:coreProperties>
</file>